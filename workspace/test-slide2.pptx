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303" y="1581150"/>
            <a:ext cx="829339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Antigravity: tips &amp; tricks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10000" y="2835176"/>
            <a:ext cx="1524000" cy="5075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97971" y="3266926"/>
            <a:ext cx="374805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[Tu nombre] · [Fecha del evento]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44401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Google Antigravity?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9226"/>
            <a:ext cx="1269950" cy="38100"/>
          </a:xfrm>
          <a:prstGeom prst="rect">
            <a:avLst/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37097"/>
            <a:ext cx="4398913" cy="280273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impulsado por IA con agentes autónomos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Filosofía 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agent-first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planean, escriben código, ejecutan y prueban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Potenciado por Google, Anthropic (Claude) y OpenAI</a:t>
            </a:r>
            <a:endParaRPr lang="en-US" sz="1600" dirty="0"/>
          </a:p>
          <a:p>
            <a:pPr algn="l" marL="139700" indent="-1397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Artefactos: planes, screenshots, grabaciones, diffs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40053" y="2833688"/>
            <a:ext cx="1611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[GIF: IDE Overview]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 2</dc:title>
  <dc:subject>PptxGenJS Presentation</dc:subject>
  <dc:creator>PptxGenJS</dc:creator>
  <cp:lastModifiedBy>PptxGenJS</cp:lastModifiedBy>
  <cp:revision>1</cp:revision>
  <dcterms:created xsi:type="dcterms:W3CDTF">2026-01-27T07:35:54Z</dcterms:created>
  <dcterms:modified xsi:type="dcterms:W3CDTF">2026-01-27T07:35:54Z</dcterms:modified>
</cp:coreProperties>
</file>