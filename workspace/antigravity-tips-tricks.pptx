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
Bienvenida y presentación personal.
---
IMAGEN OPCIONAL:
• Prompt: "Google Antigravity logo, minimalist tech icon, floating code elements, Google colors (blue, red, yellow, green), clean white background, professional presentation style"
• Ubicación: Centro de la diapositiva, debajo del título.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¿QUÉ ES GOOGLE ANTIGRAVITY?
Puntos clave:
- Es un IDE, no solo un chat con IA
- Los agentes son autónomos: planean, codean, ejecutan, prueban
- Soporta múltiples proveedores de modelos
---
GIF SUGERIDO:
• Contenido: Tour rápido del IDE Antigravity mostrando la interfaz principal
• Ubicación: Área gris a la derecha (reemplazar placeholder)
IMAGEN ALTERNATIVA:
• Prompt: "Modern AI-powered IDE interface screenshot, clean design, code editor with AI assistant sidebar"
• Ubicación: Reemplazar el placeholder gris a la derecha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INTERFAZ
Puntos clave:
- Editor View para trabajo hands-on
- Manager Surface para orquestar múltiples agentes
- Los boxes representan tareas/agentes ejecutándose
Demostrar: Cómo se ven los agentes trabajando en paralelo
---
GIF SUGERIDO:
• Contenido: Múltiples agentes ejecutándose en paralelo, mostrando los boxes de tareas
• Ubicación: Mitad derecha de la diapositiva
IMAGEN ALTERNATIVA:
• Prompt: "Split screen IDE showing multiple parallel task boxes, each with progress indicators, modern developer UI"
• Ubicación: Área derecha, reemplazando placeholder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WORKFLOWS: COMANDOS /SLASH
Puntos clave:
- Similar a slash commands en Claude
- Son archivos markdown que definen pasos
- Se pueden encadenar workflows
Demostrar: Escribir "/" y ver el autocompletado
---
GIF SUGERIDO:
• Contenido: Escribir / en el editor y ver el menú de autocompletado de workflows
• Ubicación: Lado derecho de la diapositiva
IMAGEN ALTERNATIVA:
• Prompt: "Command palette autocomplete menu showing slash commands, IDE dropdown interface"
• Ubicación: Reemplazar placeholder derecho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SERVERS
Puntos clave:
- MCP = Model Context Protocol
- Permite conectar el modelo con servicios externos
- Browser MCP viene integrado (útil pero lento)
Mencionar: Preferencia personal por agent-browser skill
---
GIF SUGERIDO:
• Contenido: Diagrama animado de MCP conectando el modelo con servicios externos
• Ubicación: Mitad derecha
IMAGEN ALTERNATIVA:
• Prompt: "Infographic diagram showing AI model in center connected to database, GitHub, browser, and API icons"
• Ubicación: Área derecha como diagrama explicativo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
Puntos clave:
- Paquetes de conocimiento reutilizables
- Se cargan solo cuando son relevantes (ahorra contexto)
- Agent Browser Skill es muy útil
Tip: Mencionar que ASCII es genial para iterar UI rápido
---
GIF SUGERIDO:
• Contenido: Navegación de una carpeta de skill mostrando SKILL.md y scripts
• Ubicación: Lado derecho
IMAGEN ALTERNATIVA:
• Prompt: "Folder tree structure showing skills directory with SKILL.md file highlighted"
• Ubicación: Reemplazar placeholder con diagrama de estructura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GENERACIÓN DE IMÁGENES
Puntos clave:
- Necesitas seleccionar un modelo Gemini con capacidad de imagen
- Solo pide lo que quieres generar
- Útil para mockups rápidos
Demostrar: Generar una imagen simple en vivo (si hay tiempo)
---
GIF SUGERIDO:
• Contenido: Prompt de texto generando una imagen en tiempo real
• Ubicación: Mitad derecha
IMAGEN ALTERNATIVA:
• Prompt: "Before and after showing text prompt transforming into colorful generated image"
• Ubicación: Lado derecho mostrando el flujo de generación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BROWSER SKILL
Puntos clave:
- Automatiza el navegador
- Útil para testing, scraping, formularios
- Más rápido que Browser MCP
Demostrar: Un ejemplo de automatización web
---
GIF SUGERIDO:
• Contenido: Browser automatizado llenando un formulario o haciendo clic
• Ubicación: Mitad derecha
IMAGEN ALTERNATIVA:
• Prompt: "Automated web browser with highlighted form fields being filled, robotic cursor"
• Ubicación: Área derecha mostrando automatización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MODELOS Y CUOTAS
Puntos clave:
- Hay múltiples proveedores disponibles
- Cada modelo tiene su cuota
- Modelos potentes = más cuota
Tip: Mostrar dónde ver el uso de cuota en settings
---
VISUAL SUGERIDO:
• Crear una tabla comparativa de modelos o captura de la configuración
• Ubicación: Centro-inferior de la diapositiva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MEJORES PRÁCTICAS
Puntos clave:
1. Modelos para planear (Opus, Gemini 3 Pro) vs implementar (ligeros)
2. Iniciar con review request, luego dangerous mode
3. Desactivar historial para evitar context rot
Este slide tiene mucha información - hablar despacio
---
VISUAL SUGERIDO:
• El slide ya tiene diseño de dos columnas
• Si quieres agregar iconos, colocarlos junto a los headers de cada columna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LIMITACIONES ACTUALES
Puntos clave:
- Ser honesto sobre las limitaciones
- El contexto no es transparente
- La UX de agentes puede confundir
Mensaje: El producto sigue mejorando
---
VISUAL SUGERIDO:
• El slide ya tiene iconos de advertencia integrados
• No requiere imágenes adicionales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ÚNETE A LA COMUNIDAD
Mencionar:
- Reddit es el lugar principal para la comunidad
- Compartir experiencias ayuda a todos
- Reportar bugs ayuda al producto
---
QR OPCIONAL:
• Generar QR para: https://reddit.com/r/google_antigravity
• Ubicación: Lado derecho de la diapositiva (reemplazar placeholder gris)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
Este es el momento de pausa dramática.
Leer la cita: "Now more than ever... you can just do things."
Dejar que la audiencia absorba el mensaje antes de continuar.
---
VISUAL:
• El slide está diseñado para máximo impacto
• No agregar imágenes - la tipografía es el foco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CONTACTO + Q&amp;A
Agregar tus QR codes:
1. QR izquierdo → Tu sitio web
2. QR derecho → Tu LinkedIn
Abrir para preguntas de la audiencia.
---
ACCIÓN REQUERIDA:
• Reemplazar los placeholders grises con tus QR codes generados
• Dimensiones recomendadas: 140x140pt cada uno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303" y="1581150"/>
            <a:ext cx="829339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Antigravity: tips &amp; tricks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810000" y="2835176"/>
            <a:ext cx="1524000" cy="50750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97971" y="3266926"/>
            <a:ext cx="374805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[Tu nombre] · [Fecha del evento]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44401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Google Antigravity?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949226"/>
            <a:ext cx="1269950" cy="38100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37097"/>
            <a:ext cx="4398913" cy="280273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impulsado por IA con agentes autónomos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Filosofía 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agent-first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planean, escriben código, ejecutan y prueban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Potenciado por Google, Anthropic (Claude) y OpenAI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Artefactos: planes, screenshots, grabaciones, diffs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40053" y="2833688"/>
            <a:ext cx="1611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[GIF: IDE Overview]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44401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Interfaz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949226"/>
            <a:ext cx="1015901" cy="38100"/>
          </a:xfrm>
          <a:prstGeom prst="rect">
            <a:avLst/>
          </a:prstGeom>
          <a:solidFill>
            <a:srgbClr val="3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37097"/>
            <a:ext cx="4032200" cy="280273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View: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experiencia tradicional con IA integrada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Surface: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orquestra múltiples agentes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boxes son agentes trabajando en paralelo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promptear para ejecución paralela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04433" y="2833688"/>
            <a:ext cx="21264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[GIF: Agentes en Paralelo]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444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Workflows: Comandos /slash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30176"/>
            <a:ext cx="1015901" cy="38100"/>
          </a:xfrm>
          <a:prstGeom prst="rect">
            <a:avLst/>
          </a:prstGeom>
          <a:solidFill>
            <a:srgbClr val="FBB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968550"/>
            <a:ext cx="4435525" cy="1920627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025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Similares a slash commands en Claude</a:t>
            </a:r>
            <a:endParaRPr lang="en-US" sz="1500" dirty="0"/>
          </a:p>
          <a:p>
            <a:pPr algn="l" marL="139700" indent="-139700">
              <a:lnSpc>
                <a:spcPts val="2025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Secuencias de pasos guardadas en markdown</a:t>
            </a:r>
            <a:endParaRPr lang="en-US" sz="1500" dirty="0"/>
          </a:p>
          <a:p>
            <a:pPr algn="l" marL="139700" indent="-139700">
              <a:lnSpc>
                <a:spcPts val="2025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activan con </a:t>
            </a:r>
            <a:pPr algn="l" indent="0" marL="0">
              <a:lnSpc>
                <a:spcPts val="2025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/nombre-del-workflow</a:t>
            </a:r>
            <a:endParaRPr lang="en-US" sz="1500" dirty="0"/>
          </a:p>
          <a:p>
            <a:pPr algn="l" marL="139700" indent="-139700">
              <a:lnSpc>
                <a:spcPts val="2025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Pueden llamar a otros workflows</a:t>
            </a:r>
            <a:endParaRPr lang="en-US" sz="1500" dirty="0"/>
          </a:p>
          <a:p>
            <a:pPr algn="l" marL="139700" indent="-139700">
              <a:lnSpc>
                <a:spcPts val="2025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Ubicación: </a:t>
            </a:r>
            <a:pPr algn="l" indent="0" marL="0">
              <a:lnSpc>
                <a:spcPts val="2025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.agent/workflows/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26038" y="2824163"/>
            <a:ext cx="20856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[GIF: /workflow en acción]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44401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949226"/>
            <a:ext cx="1015901" cy="38100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37097"/>
            <a:ext cx="4032200" cy="280273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Protocol: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conecta LLMs con datos externos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MCP integrado (lento pero funcional)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Conexiones persistentes a bases de datos, GitHub, etc.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 herramientas dinámicas al agente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98952" y="2833688"/>
            <a:ext cx="17296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[GIF: MCP en acción]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44401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949226"/>
            <a:ext cx="762000" cy="38100"/>
          </a:xfrm>
          <a:prstGeom prst="rect">
            <a:avLst/>
          </a:prstGeom>
          <a:solidFill>
            <a:srgbClr val="3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924199"/>
            <a:ext cx="4435525" cy="1536502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025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de conocimiento reutilizables</a:t>
            </a:r>
            <a:endParaRPr lang="en-US" sz="1500" dirty="0"/>
          </a:p>
          <a:p>
            <a:pPr algn="l" marL="139700" indent="-139700">
              <a:lnSpc>
                <a:spcPts val="2025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Estructura: directorio con </a:t>
            </a:r>
            <a:pPr algn="l" indent="0" marL="0">
              <a:lnSpc>
                <a:spcPts val="2025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</a:t>
            </a:r>
            <a:pPr algn="l" indent="0" marL="0">
              <a:lnSpc>
                <a:spcPts val="2025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scripts</a:t>
            </a:r>
            <a:endParaRPr lang="en-US" sz="1500" dirty="0"/>
          </a:p>
          <a:p>
            <a:pPr algn="l" marL="139700" indent="-139700">
              <a:lnSpc>
                <a:spcPts val="2025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cargan solo cuando son relevantes</a:t>
            </a:r>
            <a:endParaRPr lang="en-US" sz="1500" dirty="0"/>
          </a:p>
          <a:p>
            <a:pPr algn="l" marL="139700" indent="-139700">
              <a:lnSpc>
                <a:spcPts val="2025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Browser Skill:</a:t>
            </a:r>
            <a:pPr algn="l" indent="0" marL="0">
              <a:lnSpc>
                <a:spcPts val="2025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automatiza el navegador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4813" y="3562201"/>
            <a:ext cx="0" cy="352425"/>
          </a:xfrm>
          <a:prstGeom prst="line">
            <a:avLst/>
          </a:prstGeom>
          <a:noFill/>
          <a:ln w="47625">
            <a:solidFill>
              <a:srgbClr val="3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5575" y="3638401"/>
            <a:ext cx="42166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pPr algn="l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Usa ASCII para iterar UI rápidamente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33505" y="2814638"/>
            <a:ext cx="1662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[GIF: Skill en acción]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444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Imágenes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30176"/>
            <a:ext cx="1015901" cy="38100"/>
          </a:xfrm>
          <a:prstGeom prst="rect">
            <a:avLst/>
          </a:prstGeom>
          <a:solidFill>
            <a:srgbClr val="EA43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801713"/>
            <a:ext cx="4032200" cy="225444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 un modelo Gemini con capacidad de imagen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Simplemente pide: "genera una imagen de..."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crea assets para tu proyecto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para mockups, iconos, placeholders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00700" y="2824163"/>
            <a:ext cx="23379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[GIF: Generación de imagen]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444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Browser Skill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30176"/>
            <a:ext cx="1015901" cy="38100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801713"/>
            <a:ext cx="4032200" cy="225444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 interacciones web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llenado de formularios, screenshots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de datos de páginas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Preferido sobre el Browser MCP por velocidad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15732" y="2824163"/>
            <a:ext cx="23074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[GIF: Browser automatizado]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44401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y Cuotas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949226"/>
            <a:ext cx="1015901" cy="38100"/>
          </a:xfrm>
          <a:prstGeom prst="rect">
            <a:avLst/>
          </a:prstGeom>
          <a:solidFill>
            <a:srgbClr val="FBB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966466"/>
            <a:ext cx="8382000" cy="1331416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95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disponibles:</a:t>
            </a:r>
            <a:pPr algn="l" indent="0" marL="0">
              <a:lnSpc>
                <a:spcPts val="2295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Gemini, Claude, GPT-4, y más</a:t>
            </a:r>
            <a:endParaRPr lang="en-US" sz="1700" dirty="0"/>
          </a:p>
          <a:p>
            <a:pPr algn="l" marL="139700" indent="-139700">
              <a:lnSpc>
                <a:spcPts val="2295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Cuotas varían por modelo y uso</a:t>
            </a:r>
            <a:endParaRPr lang="en-US" sz="1700" dirty="0"/>
          </a:p>
          <a:p>
            <a:pPr algn="l" marL="139700" indent="-139700">
              <a:lnSpc>
                <a:spcPts val="2295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modelos más potentes consumen más cuota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04813" y="3488382"/>
            <a:ext cx="0" cy="422077"/>
          </a:xfrm>
          <a:prstGeom prst="line">
            <a:avLst/>
          </a:prstGeom>
          <a:noFill/>
          <a:ln w="47625">
            <a:solidFill>
              <a:srgbClr val="FBBC0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3589883"/>
            <a:ext cx="819016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pPr algn="l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Monitorea tu uso en la configuración de Antigravity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444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Mejores Prácticas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30176"/>
            <a:ext cx="1015901" cy="38100"/>
          </a:xfrm>
          <a:prstGeom prst="rect">
            <a:avLst/>
          </a:prstGeom>
          <a:solidFill>
            <a:srgbClr val="3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120676"/>
            <a:ext cx="4064050" cy="3127623"/>
          </a:xfrm>
          <a:prstGeom prst="roundRect">
            <a:avLst>
              <a:gd name="adj" fmla="val 3248"/>
            </a:avLst>
          </a:prstGeom>
          <a:noFill/>
          <a:ln w="19050">
            <a:solidFill>
              <a:srgbClr val="E8E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0550" y="1292126"/>
            <a:ext cx="37178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Planear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0550" y="1657201"/>
            <a:ext cx="3644950" cy="79578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Opus, Gemini 3 Pro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Razonamiento profundo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arquitectura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98950" y="1120676"/>
            <a:ext cx="4064050" cy="3127623"/>
          </a:xfrm>
          <a:prstGeom prst="roundRect">
            <a:avLst>
              <a:gd name="adj" fmla="val 3248"/>
            </a:avLst>
          </a:prstGeom>
          <a:noFill/>
          <a:ln w="19050">
            <a:solidFill>
              <a:srgbClr val="E8E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08500" y="1292126"/>
            <a:ext cx="37178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Implementar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08500" y="1657201"/>
            <a:ext cx="3644950" cy="79578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modelos ligeros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velocidad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costo de cuota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0050" y="4375249"/>
            <a:ext cx="0" cy="323850"/>
          </a:xfrm>
          <a:prstGeom prst="line">
            <a:avLst/>
          </a:prstGeom>
          <a:noFill/>
          <a:ln w="38100">
            <a:solidFill>
              <a:srgbClr val="34A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050" y="4451449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pPr algn="l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Inicia con review request, luego dangerous mode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7250" y="4375249"/>
            <a:ext cx="0" cy="323850"/>
          </a:xfrm>
          <a:prstGeom prst="line">
            <a:avLst/>
          </a:prstGeom>
          <a:noFill/>
          <a:ln w="38100">
            <a:solidFill>
              <a:srgbClr val="EA43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3250" y="4451449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Evita:</a:t>
            </a:r>
            <a:pPr algn="l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Desactiva historial y knowledge (context rot)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444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Actuales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30176"/>
            <a:ext cx="1015901" cy="38100"/>
          </a:xfrm>
          <a:prstGeom prst="rect">
            <a:avLst/>
          </a:prstGeom>
          <a:solidFill>
            <a:srgbClr val="EA43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32334"/>
            <a:ext cx="8382000" cy="549176"/>
          </a:xfrm>
          <a:prstGeom prst="roundRect">
            <a:avLst>
              <a:gd name="adj" fmla="val 13875"/>
            </a:avLst>
          </a:prstGeom>
          <a:noFill/>
          <a:ln w="19050">
            <a:solidFill>
              <a:srgbClr val="FBBC0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1678335"/>
            <a:ext cx="36618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contexto usado </a:t>
            </a:r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visible</a:t>
            </a:r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usuario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2259211"/>
            <a:ext cx="8382000" cy="549176"/>
          </a:xfrm>
          <a:prstGeom prst="roundRect">
            <a:avLst>
              <a:gd name="adj" fmla="val 13875"/>
            </a:avLst>
          </a:prstGeom>
          <a:noFill/>
          <a:ln w="19050">
            <a:solidFill>
              <a:srgbClr val="FBBC0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2405211"/>
            <a:ext cx="40181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Posible compact de contexto sin transparencia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2986088"/>
            <a:ext cx="8382000" cy="549176"/>
          </a:xfrm>
          <a:prstGeom prst="roundRect">
            <a:avLst>
              <a:gd name="adj" fmla="val 13875"/>
            </a:avLst>
          </a:prstGeom>
          <a:noFill/>
          <a:ln w="19050">
            <a:solidFill>
              <a:srgbClr val="FBBC0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3132088"/>
            <a:ext cx="30354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de agentes no es del todo clara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1000" y="3903464"/>
            <a:ext cx="8382000" cy="422077"/>
          </a:xfrm>
          <a:prstGeom prst="roundRect">
            <a:avLst>
              <a:gd name="adj" fmla="val 18054"/>
            </a:avLst>
          </a:prstGeom>
          <a:noFill/>
          <a:ln w="9525">
            <a:solidFill>
              <a:srgbClr val="E8E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2925" y="4014490"/>
            <a:ext cx="82193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Estas son áreas de mejora continua — el producto sigue evolucionando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444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Únete a la Comunidad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30176"/>
            <a:ext cx="1015901" cy="38100"/>
          </a:xfrm>
          <a:prstGeom prst="rect">
            <a:avLst/>
          </a:prstGeom>
          <a:solidFill>
            <a:srgbClr val="FF4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2065288"/>
            <a:ext cx="534686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r/google_antigravity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2512963"/>
            <a:ext cx="5242024" cy="127962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Comparte tips, trucos, skills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 bugs, solicita features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de otros desarrolladores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15944" y="2843213"/>
            <a:ext cx="10714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[QR: Subreddit]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291" y="1778050"/>
            <a:ext cx="7513269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3200" b="1" i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more than ever... you can just do things."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1" y="3314700"/>
            <a:ext cx="1015901" cy="50750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" y="507950"/>
            <a:ext cx="85496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373338" y="2438400"/>
            <a:ext cx="3726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[QR]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24361" y="3343126"/>
            <a:ext cx="67659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5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Web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05140" y="2438400"/>
            <a:ext cx="3726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[QR]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96185" y="3343126"/>
            <a:ext cx="79894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5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7180" y="436885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 por asistir!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Antigravity: tips &amp; tricks</dc:title>
  <dc:subject>Presentación sobre Google Antigravity IDE</dc:subject>
  <dc:creator>[Tu nombre]</dc:creator>
  <cp:lastModifiedBy>[Tu nombre]</cp:lastModifiedBy>
  <cp:revision>1</cp:revision>
  <dcterms:created xsi:type="dcterms:W3CDTF">2026-01-27T07:39:10Z</dcterms:created>
  <dcterms:modified xsi:type="dcterms:W3CDTF">2026-01-27T07:39:10Z</dcterms:modified>
</cp:coreProperties>
</file>